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58" r:id="rId4"/>
    <p:sldId id="263" r:id="rId5"/>
    <p:sldId id="264" r:id="rId6"/>
    <p:sldId id="259" r:id="rId7"/>
    <p:sldId id="261" r:id="rId8"/>
    <p:sldId id="262" r:id="rId9"/>
    <p:sldId id="26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18BD66-CC9C-45EF-9642-4F4B91E0D0E9}" v="15" dt="2026-10-04T09:33:55.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ush karn" userId="a67f1211ca5d1df4" providerId="LiveId" clId="{CB2447F8-2868-402A-8783-CE17C5CDBB83}"/>
    <pc:docChg chg="undo custSel addSld delSld modSld">
      <pc:chgData name="Ayush karn" userId="a67f1211ca5d1df4" providerId="LiveId" clId="{CB2447F8-2868-402A-8783-CE17C5CDBB83}" dt="2026-10-04T09:35:13.551" v="1946" actId="20577"/>
      <pc:docMkLst>
        <pc:docMk/>
      </pc:docMkLst>
      <pc:sldChg chg="modSp mod">
        <pc:chgData name="Ayush karn" userId="a67f1211ca5d1df4" providerId="LiveId" clId="{CB2447F8-2868-402A-8783-CE17C5CDBB83}" dt="2026-10-04T09:35:13.551" v="1946" actId="20577"/>
        <pc:sldMkLst>
          <pc:docMk/>
          <pc:sldMk cId="695735349" sldId="256"/>
        </pc:sldMkLst>
        <pc:spChg chg="mod">
          <ac:chgData name="Ayush karn" userId="a67f1211ca5d1df4" providerId="LiveId" clId="{CB2447F8-2868-402A-8783-CE17C5CDBB83}" dt="2026-10-04T09:29:29.995" v="1902" actId="1076"/>
          <ac:spMkLst>
            <pc:docMk/>
            <pc:sldMk cId="695735349" sldId="256"/>
            <ac:spMk id="2" creationId="{495426C2-AC6C-2A61-58A7-C3BA718DF41E}"/>
          </ac:spMkLst>
        </pc:spChg>
        <pc:spChg chg="mod">
          <ac:chgData name="Ayush karn" userId="a67f1211ca5d1df4" providerId="LiveId" clId="{CB2447F8-2868-402A-8783-CE17C5CDBB83}" dt="2026-10-04T09:35:13.551" v="1946" actId="20577"/>
          <ac:spMkLst>
            <pc:docMk/>
            <pc:sldMk cId="695735349" sldId="256"/>
            <ac:spMk id="7" creationId="{8FCDD87F-885C-2A44-C2B8-170058849AD1}"/>
          </ac:spMkLst>
        </pc:spChg>
      </pc:sldChg>
      <pc:sldChg chg="addSp modSp mod">
        <pc:chgData name="Ayush karn" userId="a67f1211ca5d1df4" providerId="LiveId" clId="{CB2447F8-2868-402A-8783-CE17C5CDBB83}" dt="2026-10-04T09:27:59.427" v="1893" actId="14100"/>
        <pc:sldMkLst>
          <pc:docMk/>
          <pc:sldMk cId="1304078033" sldId="258"/>
        </pc:sldMkLst>
        <pc:spChg chg="mod">
          <ac:chgData name="Ayush karn" userId="a67f1211ca5d1df4" providerId="LiveId" clId="{CB2447F8-2868-402A-8783-CE17C5CDBB83}" dt="2026-10-04T09:24:08.087" v="1704" actId="20577"/>
          <ac:spMkLst>
            <pc:docMk/>
            <pc:sldMk cId="1304078033" sldId="258"/>
            <ac:spMk id="2" creationId="{57170AEB-943E-43A6-A907-4254EB44B188}"/>
          </ac:spMkLst>
        </pc:spChg>
        <pc:spChg chg="mod">
          <ac:chgData name="Ayush karn" userId="a67f1211ca5d1df4" providerId="LiveId" clId="{CB2447F8-2868-402A-8783-CE17C5CDBB83}" dt="2026-10-04T09:27:53.235" v="1891" actId="14100"/>
          <ac:spMkLst>
            <pc:docMk/>
            <pc:sldMk cId="1304078033" sldId="258"/>
            <ac:spMk id="3" creationId="{5F96ED29-8F02-85CA-1704-70303B6578B3}"/>
          </ac:spMkLst>
        </pc:spChg>
        <pc:picChg chg="add mod">
          <ac:chgData name="Ayush karn" userId="a67f1211ca5d1df4" providerId="LiveId" clId="{CB2447F8-2868-402A-8783-CE17C5CDBB83}" dt="2026-10-04T09:27:59.427" v="1893" actId="14100"/>
          <ac:picMkLst>
            <pc:docMk/>
            <pc:sldMk cId="1304078033" sldId="258"/>
            <ac:picMk id="4" creationId="{697EA16B-1742-9243-7CEA-B76D3DCBB463}"/>
          </ac:picMkLst>
        </pc:picChg>
      </pc:sldChg>
      <pc:sldChg chg="modSp mod">
        <pc:chgData name="Ayush karn" userId="a67f1211ca5d1df4" providerId="LiveId" clId="{CB2447F8-2868-402A-8783-CE17C5CDBB83}" dt="2026-10-04T08:55:49.666" v="265" actId="20577"/>
        <pc:sldMkLst>
          <pc:docMk/>
          <pc:sldMk cId="2592476693" sldId="259"/>
        </pc:sldMkLst>
        <pc:spChg chg="mod">
          <ac:chgData name="Ayush karn" userId="a67f1211ca5d1df4" providerId="LiveId" clId="{CB2447F8-2868-402A-8783-CE17C5CDBB83}" dt="2026-10-04T08:55:49.666" v="265" actId="20577"/>
          <ac:spMkLst>
            <pc:docMk/>
            <pc:sldMk cId="2592476693" sldId="259"/>
            <ac:spMk id="3" creationId="{AAE580D4-CEF6-2ECB-99C0-7D32E378D31D}"/>
          </ac:spMkLst>
        </pc:spChg>
      </pc:sldChg>
      <pc:sldChg chg="modSp new mod">
        <pc:chgData name="Ayush karn" userId="a67f1211ca5d1df4" providerId="LiveId" clId="{CB2447F8-2868-402A-8783-CE17C5CDBB83}" dt="2026-10-04T09:30:25.840" v="1913" actId="20577"/>
        <pc:sldMkLst>
          <pc:docMk/>
          <pc:sldMk cId="1079968452" sldId="261"/>
        </pc:sldMkLst>
        <pc:spChg chg="mod">
          <ac:chgData name="Ayush karn" userId="a67f1211ca5d1df4" providerId="LiveId" clId="{CB2447F8-2868-402A-8783-CE17C5CDBB83}" dt="2026-10-04T08:53:09.480" v="33" actId="14100"/>
          <ac:spMkLst>
            <pc:docMk/>
            <pc:sldMk cId="1079968452" sldId="261"/>
            <ac:spMk id="2" creationId="{58CF9B23-A90A-1919-2C1B-AB6B01AC785F}"/>
          </ac:spMkLst>
        </pc:spChg>
        <pc:spChg chg="mod">
          <ac:chgData name="Ayush karn" userId="a67f1211ca5d1df4" providerId="LiveId" clId="{CB2447F8-2868-402A-8783-CE17C5CDBB83}" dt="2026-10-04T09:30:25.840" v="1913" actId="20577"/>
          <ac:spMkLst>
            <pc:docMk/>
            <pc:sldMk cId="1079968452" sldId="261"/>
            <ac:spMk id="3" creationId="{3861E7AB-4A8E-9B62-E1F1-6CF654AB39A4}"/>
          </ac:spMkLst>
        </pc:spChg>
      </pc:sldChg>
      <pc:sldChg chg="modSp new mod">
        <pc:chgData name="Ayush karn" userId="a67f1211ca5d1df4" providerId="LiveId" clId="{CB2447F8-2868-402A-8783-CE17C5CDBB83}" dt="2026-10-04T09:21:59.253" v="1655" actId="20577"/>
        <pc:sldMkLst>
          <pc:docMk/>
          <pc:sldMk cId="1429968070" sldId="262"/>
        </pc:sldMkLst>
        <pc:spChg chg="mod">
          <ac:chgData name="Ayush karn" userId="a67f1211ca5d1df4" providerId="LiveId" clId="{CB2447F8-2868-402A-8783-CE17C5CDBB83}" dt="2026-10-04T09:16:28.235" v="938" actId="14100"/>
          <ac:spMkLst>
            <pc:docMk/>
            <pc:sldMk cId="1429968070" sldId="262"/>
            <ac:spMk id="2" creationId="{92F9FEAB-D111-EFD9-E0FC-CE2B9C2CE1E7}"/>
          </ac:spMkLst>
        </pc:spChg>
        <pc:spChg chg="mod">
          <ac:chgData name="Ayush karn" userId="a67f1211ca5d1df4" providerId="LiveId" clId="{CB2447F8-2868-402A-8783-CE17C5CDBB83}" dt="2026-10-04T09:21:59.253" v="1655" actId="20577"/>
          <ac:spMkLst>
            <pc:docMk/>
            <pc:sldMk cId="1429968070" sldId="262"/>
            <ac:spMk id="3" creationId="{4C59E2AF-BE66-BCA2-0B7C-F4DC3F9EB989}"/>
          </ac:spMkLst>
        </pc:spChg>
      </pc:sldChg>
      <pc:sldChg chg="modSp new del">
        <pc:chgData name="Ayush karn" userId="a67f1211ca5d1df4" providerId="LiveId" clId="{CB2447F8-2868-402A-8783-CE17C5CDBB83}" dt="2026-10-04T09:28:49.482" v="1896" actId="680"/>
        <pc:sldMkLst>
          <pc:docMk/>
          <pc:sldMk cId="3733540875" sldId="263"/>
        </pc:sldMkLst>
        <pc:spChg chg="mod">
          <ac:chgData name="Ayush karn" userId="a67f1211ca5d1df4" providerId="LiveId" clId="{CB2447F8-2868-402A-8783-CE17C5CDBB83}" dt="2026-10-04T09:28:46.911" v="1895"/>
          <ac:spMkLst>
            <pc:docMk/>
            <pc:sldMk cId="3733540875" sldId="263"/>
            <ac:spMk id="2" creationId="{57648C5F-9122-2CC7-C516-E59C66848A62}"/>
          </ac:spMkLst>
        </pc:spChg>
      </pc:sldChg>
      <pc:sldChg chg="modSp new mod">
        <pc:chgData name="Ayush karn" userId="a67f1211ca5d1df4" providerId="LiveId" clId="{CB2447F8-2868-402A-8783-CE17C5CDBB83}" dt="2026-10-04T09:33:55.470" v="1940" actId="27636"/>
        <pc:sldMkLst>
          <pc:docMk/>
          <pc:sldMk cId="3802075764" sldId="263"/>
        </pc:sldMkLst>
        <pc:spChg chg="mod">
          <ac:chgData name="Ayush karn" userId="a67f1211ca5d1df4" providerId="LiveId" clId="{CB2447F8-2868-402A-8783-CE17C5CDBB83}" dt="2026-10-04T09:29:23.701" v="1901" actId="1076"/>
          <ac:spMkLst>
            <pc:docMk/>
            <pc:sldMk cId="3802075764" sldId="263"/>
            <ac:spMk id="2" creationId="{D5ED5DC3-7845-91D0-1915-ED520B97BF3A}"/>
          </ac:spMkLst>
        </pc:spChg>
        <pc:spChg chg="mod">
          <ac:chgData name="Ayush karn" userId="a67f1211ca5d1df4" providerId="LiveId" clId="{CB2447F8-2868-402A-8783-CE17C5CDBB83}" dt="2026-10-04T09:33:55.470" v="1940" actId="27636"/>
          <ac:spMkLst>
            <pc:docMk/>
            <pc:sldMk cId="3802075764" sldId="263"/>
            <ac:spMk id="3" creationId="{31F6B664-15C3-AE16-0382-3ABEFB6C3280}"/>
          </ac:spMkLst>
        </pc:spChg>
      </pc:sldChg>
      <pc:sldChg chg="addSp modSp new mod">
        <pc:chgData name="Ayush karn" userId="a67f1211ca5d1df4" providerId="LiveId" clId="{CB2447F8-2868-402A-8783-CE17C5CDBB83}" dt="2026-10-04T09:34:45.648" v="1945" actId="1076"/>
        <pc:sldMkLst>
          <pc:docMk/>
          <pc:sldMk cId="1635314302" sldId="264"/>
        </pc:sldMkLst>
        <pc:spChg chg="mod">
          <ac:chgData name="Ayush karn" userId="a67f1211ca5d1df4" providerId="LiveId" clId="{CB2447F8-2868-402A-8783-CE17C5CDBB83}" dt="2026-10-04T09:31:45.966" v="1919" actId="1076"/>
          <ac:spMkLst>
            <pc:docMk/>
            <pc:sldMk cId="1635314302" sldId="264"/>
            <ac:spMk id="2" creationId="{4507DFB3-8F58-7711-516E-9ADFFE90F00E}"/>
          </ac:spMkLst>
        </pc:spChg>
        <pc:spChg chg="mod">
          <ac:chgData name="Ayush karn" userId="a67f1211ca5d1df4" providerId="LiveId" clId="{CB2447F8-2868-402A-8783-CE17C5CDBB83}" dt="2026-10-04T09:33:20.084" v="1938" actId="1076"/>
          <ac:spMkLst>
            <pc:docMk/>
            <pc:sldMk cId="1635314302" sldId="264"/>
            <ac:spMk id="3" creationId="{BBE1F3A1-E6E5-EF82-AEB1-D8225E643F26}"/>
          </ac:spMkLst>
        </pc:spChg>
        <pc:picChg chg="add mod">
          <ac:chgData name="Ayush karn" userId="a67f1211ca5d1df4" providerId="LiveId" clId="{CB2447F8-2868-402A-8783-CE17C5CDBB83}" dt="2026-10-04T09:34:45.648" v="1945" actId="1076"/>
          <ac:picMkLst>
            <pc:docMk/>
            <pc:sldMk cId="1635314302" sldId="264"/>
            <ac:picMk id="4" creationId="{938FF869-83DD-6BAD-6C9B-01D579A9809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402887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2659260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3507502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67BEF3-9A8C-48D1-A78D-C04E855A81E1}" type="datetimeFigureOut">
              <a:rPr lang="en-IN" smtClean="0"/>
              <a:t>04-10-2026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2526294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67BEF3-9A8C-48D1-A78D-C04E855A81E1}" type="datetimeFigureOut">
              <a:rPr lang="en-IN" smtClean="0"/>
              <a:t>04-10-2026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3532510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509777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4140503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3739115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67BEF3-9A8C-48D1-A78D-C04E855A81E1}" type="datetimeFigureOut">
              <a:rPr lang="en-IN" smtClean="0"/>
              <a:t>04-10-2026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776996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67BEF3-9A8C-48D1-A78D-C04E855A81E1}" type="datetimeFigureOut">
              <a:rPr lang="en-IN" smtClean="0"/>
              <a:t>04-10-2026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3377403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953249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74700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3684045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2407938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2336679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3735448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67BEF3-9A8C-48D1-A78D-C04E855A81E1}" type="datetimeFigureOut">
              <a:rPr lang="en-IN" smtClean="0"/>
              <a:t>04-10-2026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3656DC5-9F87-40CB-B513-CFDF1EE95CD6}" type="slidenum">
              <a:rPr lang="en-IN" smtClean="0"/>
              <a:t>‹#›</a:t>
            </a:fld>
            <a:endParaRPr lang="en-IN"/>
          </a:p>
        </p:txBody>
      </p:sp>
    </p:spTree>
    <p:extLst>
      <p:ext uri="{BB962C8B-B14F-4D97-AF65-F5344CB8AC3E}">
        <p14:creationId xmlns:p14="http://schemas.microsoft.com/office/powerpoint/2010/main" val="1696451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667BEF3-9A8C-48D1-A78D-C04E855A81E1}" type="datetimeFigureOut">
              <a:rPr lang="en-IN" smtClean="0"/>
              <a:t>04-10-2026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3656DC5-9F87-40CB-B513-CFDF1EE95CD6}" type="slidenum">
              <a:rPr lang="en-IN" smtClean="0"/>
              <a:t>‹#›</a:t>
            </a:fld>
            <a:endParaRPr lang="en-IN"/>
          </a:p>
        </p:txBody>
      </p:sp>
    </p:spTree>
    <p:extLst>
      <p:ext uri="{BB962C8B-B14F-4D97-AF65-F5344CB8AC3E}">
        <p14:creationId xmlns:p14="http://schemas.microsoft.com/office/powerpoint/2010/main" val="311053693"/>
      </p:ext>
    </p:extLst>
  </p:cSld>
  <p:clrMap bg1="dk1" tx1="lt1" bg2="dk2" tx2="lt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426C2-AC6C-2A61-58A7-C3BA718DF41E}"/>
              </a:ext>
            </a:extLst>
          </p:cNvPr>
          <p:cNvSpPr>
            <a:spLocks noGrp="1"/>
          </p:cNvSpPr>
          <p:nvPr>
            <p:ph type="ctrTitle"/>
          </p:nvPr>
        </p:nvSpPr>
        <p:spPr>
          <a:xfrm>
            <a:off x="1219202" y="1938867"/>
            <a:ext cx="10303933" cy="660400"/>
          </a:xfrm>
        </p:spPr>
        <p:txBody>
          <a:bodyPr>
            <a:normAutofit/>
          </a:bodyPr>
          <a:lstStyle/>
          <a:p>
            <a:r>
              <a:rPr lang="en-IN" sz="3600" dirty="0"/>
              <a:t>InfoBlog — RESTful Blog Management API</a:t>
            </a:r>
            <a:r>
              <a:rPr lang="en-IN" sz="2000" dirty="0">
                <a:latin typeface="Algerian" panose="04020705040A02060702" pitchFamily="82" charset="0"/>
              </a:rPr>
              <a:t>              </a:t>
            </a:r>
            <a:endParaRPr lang="en-IN" sz="3600" dirty="0"/>
          </a:p>
        </p:txBody>
      </p:sp>
      <p:sp>
        <p:nvSpPr>
          <p:cNvPr id="7" name="TextBox 6">
            <a:extLst>
              <a:ext uri="{FF2B5EF4-FFF2-40B4-BE49-F238E27FC236}">
                <a16:creationId xmlns:a16="http://schemas.microsoft.com/office/drawing/2014/main" id="{8FCDD87F-885C-2A44-C2B8-170058849AD1}"/>
              </a:ext>
            </a:extLst>
          </p:cNvPr>
          <p:cNvSpPr txBox="1"/>
          <p:nvPr/>
        </p:nvSpPr>
        <p:spPr>
          <a:xfrm>
            <a:off x="7459134" y="3141133"/>
            <a:ext cx="4004734" cy="3046988"/>
          </a:xfrm>
          <a:prstGeom prst="rect">
            <a:avLst/>
          </a:prstGeom>
          <a:noFill/>
        </p:spPr>
        <p:txBody>
          <a:bodyPr wrap="square" rtlCol="0">
            <a:spAutoFit/>
          </a:bodyPr>
          <a:lstStyle/>
          <a:p>
            <a:endParaRPr lang="en-US" sz="2400" dirty="0">
              <a:latin typeface="Algerian" panose="04020705040A02060702" pitchFamily="82" charset="0"/>
            </a:endParaRPr>
          </a:p>
          <a:p>
            <a:r>
              <a:rPr lang="en-US" sz="2400" dirty="0">
                <a:latin typeface="Algerian" panose="04020705040A02060702" pitchFamily="82" charset="0"/>
              </a:rPr>
              <a:t>Ayush karn</a:t>
            </a:r>
          </a:p>
          <a:p>
            <a:r>
              <a:rPr lang="en-US" sz="2400" dirty="0">
                <a:latin typeface="Algerian" panose="04020705040A02060702" pitchFamily="82" charset="0"/>
              </a:rPr>
              <a:t>Roll No: 2500321540051</a:t>
            </a:r>
          </a:p>
          <a:p>
            <a:r>
              <a:rPr lang="en-US" sz="2400" dirty="0">
                <a:latin typeface="Algerian" panose="04020705040A02060702" pitchFamily="82" charset="0"/>
              </a:rPr>
              <a:t>Section: CSE-DS</a:t>
            </a:r>
          </a:p>
          <a:p>
            <a:r>
              <a:rPr lang="en-US" sz="2400" dirty="0">
                <a:latin typeface="Algerian" panose="04020705040A02060702" pitchFamily="82" charset="0"/>
              </a:rPr>
              <a:t>Semester: 3</a:t>
            </a:r>
          </a:p>
          <a:p>
            <a:r>
              <a:rPr lang="en-US" sz="2400" dirty="0">
                <a:latin typeface="Algerian" panose="04020705040A02060702" pitchFamily="82" charset="0"/>
              </a:rPr>
              <a:t>25VA351</a:t>
            </a:r>
          </a:p>
          <a:p>
            <a:r>
              <a:rPr lang="en-US" sz="2400">
                <a:latin typeface="Algerian" panose="04020705040A02060702" pitchFamily="82" charset="0"/>
              </a:rPr>
              <a:t>CSE-DS</a:t>
            </a:r>
          </a:p>
          <a:p>
            <a:endParaRPr lang="en-US" sz="2400" dirty="0">
              <a:latin typeface="Algerian" panose="04020705040A02060702" pitchFamily="82" charset="0"/>
            </a:endParaRPr>
          </a:p>
        </p:txBody>
      </p:sp>
    </p:spTree>
    <p:extLst>
      <p:ext uri="{BB962C8B-B14F-4D97-AF65-F5344CB8AC3E}">
        <p14:creationId xmlns:p14="http://schemas.microsoft.com/office/powerpoint/2010/main" val="695735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F0D1-3ED4-31DE-25ED-6CD5F61F0A68}"/>
              </a:ext>
            </a:extLst>
          </p:cNvPr>
          <p:cNvSpPr>
            <a:spLocks noGrp="1"/>
          </p:cNvSpPr>
          <p:nvPr>
            <p:ph type="title"/>
          </p:nvPr>
        </p:nvSpPr>
        <p:spPr>
          <a:xfrm>
            <a:off x="2997200" y="1117600"/>
            <a:ext cx="7053634" cy="735648"/>
          </a:xfrm>
        </p:spPr>
        <p:txBody>
          <a:bodyPr/>
          <a:lstStyle/>
          <a:p>
            <a:r>
              <a:rPr lang="en-US" dirty="0"/>
              <a:t>Problem Statement</a:t>
            </a:r>
            <a:endParaRPr lang="en-IN" dirty="0"/>
          </a:p>
        </p:txBody>
      </p:sp>
      <p:sp>
        <p:nvSpPr>
          <p:cNvPr id="3" name="Content Placeholder 2">
            <a:extLst>
              <a:ext uri="{FF2B5EF4-FFF2-40B4-BE49-F238E27FC236}">
                <a16:creationId xmlns:a16="http://schemas.microsoft.com/office/drawing/2014/main" id="{38695A9D-CE7E-EC9B-8984-367B8D80072B}"/>
              </a:ext>
            </a:extLst>
          </p:cNvPr>
          <p:cNvSpPr>
            <a:spLocks noGrp="1"/>
          </p:cNvSpPr>
          <p:nvPr>
            <p:ph idx="1"/>
          </p:nvPr>
        </p:nvSpPr>
        <p:spPr>
          <a:xfrm>
            <a:off x="1436462" y="1485424"/>
            <a:ext cx="8946541" cy="3259666"/>
          </a:xfrm>
        </p:spPr>
        <p:txBody>
          <a:bodyPr>
            <a:normAutofit fontScale="85000" lnSpcReduction="10000"/>
          </a:bodyPr>
          <a:lstStyle/>
          <a:p>
            <a:pPr marL="0" indent="0">
              <a:buNone/>
            </a:pPr>
            <a:endParaRPr lang="en-US" dirty="0"/>
          </a:p>
          <a:p>
            <a:pPr marL="0" indent="0">
              <a:buNone/>
            </a:pPr>
            <a:endParaRPr lang="en-US" dirty="0">
              <a:latin typeface="Algerian" panose="04020705040A02060702" pitchFamily="82" charset="0"/>
            </a:endParaRPr>
          </a:p>
          <a:p>
            <a:pPr marL="0" indent="0">
              <a:buNone/>
            </a:pPr>
            <a:endParaRPr lang="en-US" dirty="0"/>
          </a:p>
          <a:p>
            <a:pPr marL="0" indent="0">
              <a:buNone/>
            </a:pPr>
            <a:r>
              <a:rPr lang="en-US" sz="3200" dirty="0">
                <a:latin typeface="Arial Rounded MT Bold" panose="020F0704030504030204" pitchFamily="34" charset="0"/>
              </a:rPr>
              <a:t>Creating a blogging website which have two roles author and reader, bloggers can write blogs and comments on other blogs and reader cannot write blogs but can read blogs and comment on blogs and search blogs. Follows RBAC architecture</a:t>
            </a:r>
          </a:p>
          <a:p>
            <a:pPr marL="0" indent="0">
              <a:buNone/>
            </a:pPr>
            <a:endParaRPr lang="en-US" sz="3200" dirty="0">
              <a:latin typeface="Arial Rounded MT Bold" panose="020F0704030504030204" pitchFamily="34" charset="0"/>
            </a:endParaRPr>
          </a:p>
        </p:txBody>
      </p:sp>
      <p:pic>
        <p:nvPicPr>
          <p:cNvPr id="4" name="Picture 3" descr="Thinking Blue Face">
            <a:extLst>
              <a:ext uri="{FF2B5EF4-FFF2-40B4-BE49-F238E27FC236}">
                <a16:creationId xmlns:a16="http://schemas.microsoft.com/office/drawing/2014/main" id="{FA778994-6E64-9FE7-4AA0-AA7CF38A49F3}"/>
              </a:ext>
            </a:extLst>
          </p:cNvPr>
          <p:cNvPicPr>
            <a:picLocks noChangeAspect="1"/>
          </p:cNvPicPr>
          <p:nvPr/>
        </p:nvPicPr>
        <p:blipFill>
          <a:blip r:embed="rId2"/>
          <a:stretch>
            <a:fillRect/>
          </a:stretch>
        </p:blipFill>
        <p:spPr>
          <a:xfrm>
            <a:off x="8796865" y="3429000"/>
            <a:ext cx="3906003" cy="3522132"/>
          </a:xfrm>
          <a:prstGeom prst="rect">
            <a:avLst/>
          </a:prstGeom>
        </p:spPr>
      </p:pic>
    </p:spTree>
    <p:extLst>
      <p:ext uri="{BB962C8B-B14F-4D97-AF65-F5344CB8AC3E}">
        <p14:creationId xmlns:p14="http://schemas.microsoft.com/office/powerpoint/2010/main" val="2546048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70AEB-943E-43A6-A907-4254EB44B188}"/>
              </a:ext>
            </a:extLst>
          </p:cNvPr>
          <p:cNvSpPr>
            <a:spLocks noGrp="1"/>
          </p:cNvSpPr>
          <p:nvPr>
            <p:ph type="title"/>
          </p:nvPr>
        </p:nvSpPr>
        <p:spPr>
          <a:xfrm>
            <a:off x="3025245" y="1146984"/>
            <a:ext cx="9404723" cy="1400530"/>
          </a:xfrm>
        </p:spPr>
        <p:txBody>
          <a:bodyPr/>
          <a:lstStyle/>
          <a:p>
            <a:r>
              <a:rPr lang="en-US" dirty="0"/>
              <a:t>Why this Topic?</a:t>
            </a:r>
            <a:endParaRPr lang="en-IN" dirty="0"/>
          </a:p>
        </p:txBody>
      </p:sp>
      <p:sp>
        <p:nvSpPr>
          <p:cNvPr id="3" name="Content Placeholder 2">
            <a:extLst>
              <a:ext uri="{FF2B5EF4-FFF2-40B4-BE49-F238E27FC236}">
                <a16:creationId xmlns:a16="http://schemas.microsoft.com/office/drawing/2014/main" id="{5F96ED29-8F02-85CA-1704-70303B6578B3}"/>
              </a:ext>
            </a:extLst>
          </p:cNvPr>
          <p:cNvSpPr>
            <a:spLocks noGrp="1"/>
          </p:cNvSpPr>
          <p:nvPr>
            <p:ph idx="1"/>
          </p:nvPr>
        </p:nvSpPr>
        <p:spPr>
          <a:xfrm>
            <a:off x="1704446" y="2212746"/>
            <a:ext cx="6482822" cy="4195481"/>
          </a:xfrm>
        </p:spPr>
        <p:txBody>
          <a:bodyPr/>
          <a:lstStyle/>
          <a:p>
            <a:pPr marL="0" indent="0">
              <a:buNone/>
            </a:pPr>
            <a:r>
              <a:rPr lang="en-IN" dirty="0"/>
              <a:t>I chose this topic because the project involves </a:t>
            </a:r>
            <a:r>
              <a:rPr lang="en-IN" b="1" dirty="0"/>
              <a:t>various tech stacks</a:t>
            </a:r>
            <a:r>
              <a:rPr lang="en-IN" dirty="0"/>
              <a:t>, which increases my interest in learning and implementing them. It also includes </a:t>
            </a:r>
            <a:r>
              <a:rPr lang="en-IN" b="1" dirty="0"/>
              <a:t>Role-Based Access Control (RBAC)</a:t>
            </a:r>
            <a:r>
              <a:rPr lang="en-IN" dirty="0"/>
              <a:t>, which provides an opportunity to understand how user roles and permissions can be managed in a real-world application.</a:t>
            </a:r>
          </a:p>
        </p:txBody>
      </p:sp>
      <p:pic>
        <p:nvPicPr>
          <p:cNvPr id="4" name="Picture 3" descr="Thinking boy by Ruben Lara on Dribbble">
            <a:extLst>
              <a:ext uri="{FF2B5EF4-FFF2-40B4-BE49-F238E27FC236}">
                <a16:creationId xmlns:a16="http://schemas.microsoft.com/office/drawing/2014/main" id="{697EA16B-1742-9243-7CEA-B76D3DCBB463}"/>
              </a:ext>
            </a:extLst>
          </p:cNvPr>
          <p:cNvPicPr>
            <a:picLocks noChangeAspect="1"/>
          </p:cNvPicPr>
          <p:nvPr/>
        </p:nvPicPr>
        <p:blipFill>
          <a:blip r:embed="rId2"/>
          <a:stretch>
            <a:fillRect/>
          </a:stretch>
        </p:blipFill>
        <p:spPr>
          <a:xfrm>
            <a:off x="8187268" y="1955800"/>
            <a:ext cx="3682999" cy="4119035"/>
          </a:xfrm>
          <a:prstGeom prst="rect">
            <a:avLst/>
          </a:prstGeom>
        </p:spPr>
      </p:pic>
    </p:spTree>
    <p:extLst>
      <p:ext uri="{BB962C8B-B14F-4D97-AF65-F5344CB8AC3E}">
        <p14:creationId xmlns:p14="http://schemas.microsoft.com/office/powerpoint/2010/main" val="1304078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5DC3-7845-91D0-1915-ED520B97BF3A}"/>
              </a:ext>
            </a:extLst>
          </p:cNvPr>
          <p:cNvSpPr>
            <a:spLocks noGrp="1"/>
          </p:cNvSpPr>
          <p:nvPr>
            <p:ph type="title"/>
          </p:nvPr>
        </p:nvSpPr>
        <p:spPr>
          <a:xfrm>
            <a:off x="2810934" y="1062318"/>
            <a:ext cx="8670767" cy="1400530"/>
          </a:xfrm>
        </p:spPr>
        <p:txBody>
          <a:bodyPr/>
          <a:lstStyle/>
          <a:p>
            <a:r>
              <a:rPr lang="en-IN" sz="4400" dirty="0"/>
              <a:t>Proposed Solution</a:t>
            </a:r>
            <a:br>
              <a:rPr lang="en-IN" sz="4400" dirty="0"/>
            </a:br>
            <a:endParaRPr lang="en-IN" dirty="0"/>
          </a:p>
        </p:txBody>
      </p:sp>
      <p:sp>
        <p:nvSpPr>
          <p:cNvPr id="3" name="Content Placeholder 2">
            <a:extLst>
              <a:ext uri="{FF2B5EF4-FFF2-40B4-BE49-F238E27FC236}">
                <a16:creationId xmlns:a16="http://schemas.microsoft.com/office/drawing/2014/main" id="{31F6B664-15C3-AE16-0382-3ABEFB6C3280}"/>
              </a:ext>
            </a:extLst>
          </p:cNvPr>
          <p:cNvSpPr>
            <a:spLocks noGrp="1"/>
          </p:cNvSpPr>
          <p:nvPr>
            <p:ph idx="1"/>
          </p:nvPr>
        </p:nvSpPr>
        <p:spPr/>
        <p:txBody>
          <a:bodyPr>
            <a:normAutofit fontScale="85000" lnSpcReduction="10000"/>
          </a:bodyPr>
          <a:lstStyle/>
          <a:p>
            <a:pPr lvl="0"/>
            <a:r>
              <a:rPr lang="en-IN" b="1" dirty="0"/>
              <a:t>Authors</a:t>
            </a:r>
            <a:r>
              <a:rPr lang="en-IN" dirty="0"/>
              <a:t> can create, edit, delete, and publish blogs, as well as read and comment on other blogs.</a:t>
            </a:r>
          </a:p>
          <a:p>
            <a:pPr lvl="0"/>
            <a:r>
              <a:rPr lang="en-IN" b="1" dirty="0"/>
              <a:t>Readers</a:t>
            </a:r>
            <a:r>
              <a:rPr lang="en-IN" dirty="0"/>
              <a:t> can read, search, and comment on blogs but cannot create or publish blogs.</a:t>
            </a:r>
          </a:p>
          <a:p>
            <a:pPr lvl="0"/>
            <a:r>
              <a:rPr lang="en-IN" b="1" dirty="0"/>
              <a:t>JWT-based authentication</a:t>
            </a:r>
            <a:r>
              <a:rPr lang="en-IN" dirty="0"/>
              <a:t> will be used for secure user registration and login.</a:t>
            </a:r>
          </a:p>
          <a:p>
            <a:pPr lvl="0"/>
            <a:r>
              <a:rPr lang="en-IN" b="1" dirty="0"/>
              <a:t>React and Bootstrap</a:t>
            </a:r>
            <a:r>
              <a:rPr lang="en-IN" dirty="0"/>
              <a:t> will be used to build a responsive and user-friendly frontend.</a:t>
            </a:r>
          </a:p>
          <a:p>
            <a:pPr lvl="0"/>
            <a:r>
              <a:rPr lang="en-IN" b="1" dirty="0"/>
              <a:t>Node.js and Express.js</a:t>
            </a:r>
            <a:r>
              <a:rPr lang="en-IN" dirty="0"/>
              <a:t> will handle the backend and REST APIs.</a:t>
            </a:r>
          </a:p>
          <a:p>
            <a:pPr lvl="0"/>
            <a:r>
              <a:rPr lang="en-IN" b="1" dirty="0"/>
              <a:t>MongoDB</a:t>
            </a:r>
            <a:r>
              <a:rPr lang="en-IN" dirty="0"/>
              <a:t> will be used to store users, blogs, and comments.</a:t>
            </a:r>
          </a:p>
          <a:p>
            <a:pPr lvl="0"/>
            <a:r>
              <a:rPr lang="en-IN" dirty="0"/>
              <a:t>Features such as </a:t>
            </a:r>
            <a:r>
              <a:rPr lang="en-IN" b="1" dirty="0"/>
              <a:t>search, comments, and pagination</a:t>
            </a:r>
            <a:r>
              <a:rPr lang="en-IN" dirty="0"/>
              <a:t> will make the platform easier to use.</a:t>
            </a:r>
          </a:p>
          <a:p>
            <a:pPr lvl="0"/>
            <a:r>
              <a:rPr lang="en-IN" dirty="0"/>
              <a:t>The completed application will be </a:t>
            </a:r>
            <a:r>
              <a:rPr lang="en-IN" b="1" dirty="0"/>
              <a:t>tested and deployed online</a:t>
            </a:r>
            <a:r>
              <a:rPr lang="en-IN" dirty="0"/>
              <a:t> for users to access.</a:t>
            </a:r>
          </a:p>
          <a:p>
            <a:endParaRPr lang="en-IN" dirty="0"/>
          </a:p>
        </p:txBody>
      </p:sp>
    </p:spTree>
    <p:extLst>
      <p:ext uri="{BB962C8B-B14F-4D97-AF65-F5344CB8AC3E}">
        <p14:creationId xmlns:p14="http://schemas.microsoft.com/office/powerpoint/2010/main" val="3802075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DFB3-8F58-7711-516E-9ADFFE90F00E}"/>
              </a:ext>
            </a:extLst>
          </p:cNvPr>
          <p:cNvSpPr>
            <a:spLocks noGrp="1"/>
          </p:cNvSpPr>
          <p:nvPr>
            <p:ph type="title"/>
          </p:nvPr>
        </p:nvSpPr>
        <p:spPr>
          <a:xfrm>
            <a:off x="2023533" y="342651"/>
            <a:ext cx="7747901" cy="808815"/>
          </a:xfrm>
        </p:spPr>
        <p:txBody>
          <a:bodyPr/>
          <a:lstStyle/>
          <a:p>
            <a:r>
              <a:rPr lang="en-IN" sz="4400" dirty="0"/>
              <a:t>Main Features/ Modules</a:t>
            </a:r>
            <a:br>
              <a:rPr lang="en-IN" sz="4400" dirty="0"/>
            </a:br>
            <a:endParaRPr lang="en-IN" dirty="0"/>
          </a:p>
        </p:txBody>
      </p:sp>
      <p:sp>
        <p:nvSpPr>
          <p:cNvPr id="3" name="Content Placeholder 2">
            <a:extLst>
              <a:ext uri="{FF2B5EF4-FFF2-40B4-BE49-F238E27FC236}">
                <a16:creationId xmlns:a16="http://schemas.microsoft.com/office/drawing/2014/main" id="{BBE1F3A1-E6E5-EF82-AEB1-D8225E643F26}"/>
              </a:ext>
            </a:extLst>
          </p:cNvPr>
          <p:cNvSpPr>
            <a:spLocks noGrp="1"/>
          </p:cNvSpPr>
          <p:nvPr>
            <p:ph idx="1"/>
          </p:nvPr>
        </p:nvSpPr>
        <p:spPr>
          <a:xfrm>
            <a:off x="824893" y="1286933"/>
            <a:ext cx="8946541" cy="4978399"/>
          </a:xfrm>
        </p:spPr>
        <p:txBody>
          <a:bodyPr/>
          <a:lstStyle/>
          <a:p>
            <a:pPr marL="457200" lvl="0" indent="-457200">
              <a:buFont typeface="+mj-lt"/>
              <a:buAutoNum type="arabicPeriod"/>
            </a:pPr>
            <a:r>
              <a:rPr lang="en-IN" b="1" dirty="0"/>
              <a:t>Authentication:</a:t>
            </a:r>
            <a:r>
              <a:rPr lang="en-IN" dirty="0"/>
              <a:t> Registration, Login &amp; JWT</a:t>
            </a:r>
          </a:p>
          <a:p>
            <a:pPr marL="457200" lvl="0" indent="-457200">
              <a:buFont typeface="+mj-lt"/>
              <a:buAutoNum type="arabicPeriod"/>
            </a:pPr>
            <a:r>
              <a:rPr lang="en-IN" b="1" dirty="0"/>
              <a:t>RBAC:</a:t>
            </a:r>
            <a:r>
              <a:rPr lang="en-IN" dirty="0"/>
              <a:t> Author &amp; Reader role management</a:t>
            </a:r>
          </a:p>
          <a:p>
            <a:pPr marL="457200" lvl="0" indent="-457200">
              <a:buFont typeface="+mj-lt"/>
              <a:buAutoNum type="arabicPeriod"/>
            </a:pPr>
            <a:r>
              <a:rPr lang="en-IN" b="1" dirty="0"/>
              <a:t>Blog Management:</a:t>
            </a:r>
            <a:r>
              <a:rPr lang="en-IN" dirty="0"/>
              <a:t> Create, Edit, Delete &amp; View blogs</a:t>
            </a:r>
          </a:p>
          <a:p>
            <a:pPr marL="457200" lvl="0" indent="-457200">
              <a:buFont typeface="+mj-lt"/>
              <a:buAutoNum type="arabicPeriod"/>
            </a:pPr>
            <a:r>
              <a:rPr lang="en-IN" b="1" dirty="0"/>
              <a:t>Comments:</a:t>
            </a:r>
            <a:r>
              <a:rPr lang="en-IN" dirty="0"/>
              <a:t> Add, Edit, Delete &amp; View comments</a:t>
            </a:r>
          </a:p>
          <a:p>
            <a:pPr marL="457200" lvl="0" indent="-457200">
              <a:buFont typeface="+mj-lt"/>
              <a:buAutoNum type="arabicPeriod"/>
            </a:pPr>
            <a:r>
              <a:rPr lang="en-IN" b="1" dirty="0"/>
              <a:t>Search &amp; Pagination:</a:t>
            </a:r>
            <a:r>
              <a:rPr lang="en-IN" dirty="0"/>
              <a:t> Easy blog discovery and navigation</a:t>
            </a:r>
          </a:p>
          <a:p>
            <a:pPr marL="457200" lvl="0" indent="-457200">
              <a:buFont typeface="+mj-lt"/>
              <a:buAutoNum type="arabicPeriod"/>
            </a:pPr>
            <a:r>
              <a:rPr lang="en-IN" b="1" dirty="0"/>
              <a:t>User Profile:</a:t>
            </a:r>
            <a:r>
              <a:rPr lang="en-IN" dirty="0"/>
              <a:t> Manage profile &amp; view published blogs</a:t>
            </a:r>
          </a:p>
          <a:p>
            <a:pPr marL="457200" lvl="0" indent="-457200">
              <a:buFont typeface="+mj-lt"/>
              <a:buAutoNum type="arabicPeriod"/>
            </a:pPr>
            <a:r>
              <a:rPr lang="en-IN" b="1" dirty="0"/>
              <a:t>Backend &amp; APIs:</a:t>
            </a:r>
            <a:r>
              <a:rPr lang="en-IN" dirty="0"/>
              <a:t> Node.js, Express.js, REST API &amp; MongoDB</a:t>
            </a:r>
          </a:p>
          <a:p>
            <a:pPr marL="457200" lvl="0" indent="-457200">
              <a:buFont typeface="+mj-lt"/>
              <a:buAutoNum type="arabicPeriod"/>
            </a:pPr>
            <a:r>
              <a:rPr lang="en-IN" b="1" dirty="0"/>
              <a:t>Deployment:</a:t>
            </a:r>
            <a:r>
              <a:rPr lang="en-IN" dirty="0"/>
              <a:t> Docker, Vercel / AWS EC2</a:t>
            </a:r>
          </a:p>
          <a:p>
            <a:pPr marL="0" indent="0">
              <a:buNone/>
            </a:pPr>
            <a:endParaRPr lang="en-IN" dirty="0"/>
          </a:p>
        </p:txBody>
      </p:sp>
      <p:pic>
        <p:nvPicPr>
          <p:cNvPr id="4" name="Picture 3" descr="Free Puzzle Animations | Download in GIF, MP4, and Lottie JSON">
            <a:extLst>
              <a:ext uri="{FF2B5EF4-FFF2-40B4-BE49-F238E27FC236}">
                <a16:creationId xmlns:a16="http://schemas.microsoft.com/office/drawing/2014/main" id="{938FF869-83DD-6BAD-6C9B-01D579A98091}"/>
              </a:ext>
            </a:extLst>
          </p:cNvPr>
          <p:cNvPicPr>
            <a:picLocks noChangeAspect="1"/>
          </p:cNvPicPr>
          <p:nvPr/>
        </p:nvPicPr>
        <p:blipFill>
          <a:blip r:embed="rId2"/>
          <a:stretch>
            <a:fillRect/>
          </a:stretch>
        </p:blipFill>
        <p:spPr>
          <a:xfrm>
            <a:off x="8564032" y="1714500"/>
            <a:ext cx="3568701" cy="2586567"/>
          </a:xfrm>
          <a:prstGeom prst="rect">
            <a:avLst/>
          </a:prstGeom>
        </p:spPr>
      </p:pic>
    </p:spTree>
    <p:extLst>
      <p:ext uri="{BB962C8B-B14F-4D97-AF65-F5344CB8AC3E}">
        <p14:creationId xmlns:p14="http://schemas.microsoft.com/office/powerpoint/2010/main" val="1635314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3794-51F7-0D8A-3C70-0B92BEB76F0A}"/>
              </a:ext>
            </a:extLst>
          </p:cNvPr>
          <p:cNvSpPr>
            <a:spLocks noGrp="1"/>
          </p:cNvSpPr>
          <p:nvPr>
            <p:ph type="title"/>
          </p:nvPr>
        </p:nvSpPr>
        <p:spPr>
          <a:xfrm>
            <a:off x="1721377" y="1126067"/>
            <a:ext cx="7854423" cy="862648"/>
          </a:xfrm>
        </p:spPr>
        <p:txBody>
          <a:bodyPr/>
          <a:lstStyle/>
          <a:p>
            <a:r>
              <a:rPr lang="en-IN" sz="4400" dirty="0"/>
              <a:t>Proposed Technology Stack</a:t>
            </a:r>
            <a:endParaRPr lang="en-IN" dirty="0"/>
          </a:p>
        </p:txBody>
      </p:sp>
      <p:sp>
        <p:nvSpPr>
          <p:cNvPr id="3" name="Content Placeholder 2">
            <a:extLst>
              <a:ext uri="{FF2B5EF4-FFF2-40B4-BE49-F238E27FC236}">
                <a16:creationId xmlns:a16="http://schemas.microsoft.com/office/drawing/2014/main" id="{AAE580D4-CEF6-2ECB-99C0-7D32E378D31D}"/>
              </a:ext>
            </a:extLst>
          </p:cNvPr>
          <p:cNvSpPr>
            <a:spLocks noGrp="1"/>
          </p:cNvSpPr>
          <p:nvPr>
            <p:ph idx="1"/>
          </p:nvPr>
        </p:nvSpPr>
        <p:spPr>
          <a:xfrm>
            <a:off x="1244600" y="2052918"/>
            <a:ext cx="8805253" cy="4195481"/>
          </a:xfrm>
        </p:spPr>
        <p:txBody>
          <a:bodyPr>
            <a:normAutofit fontScale="85000" lnSpcReduction="20000"/>
          </a:bodyPr>
          <a:lstStyle/>
          <a:p>
            <a:r>
              <a:rPr lang="en-US" dirty="0"/>
              <a:t>React</a:t>
            </a:r>
          </a:p>
          <a:p>
            <a:r>
              <a:rPr lang="en-US" dirty="0"/>
              <a:t>Bootstrap</a:t>
            </a:r>
          </a:p>
          <a:p>
            <a:r>
              <a:rPr lang="en-IN" dirty="0"/>
              <a:t>JWT Authentication </a:t>
            </a:r>
            <a:endParaRPr lang="en-US" dirty="0"/>
          </a:p>
          <a:p>
            <a:r>
              <a:rPr lang="en-US" dirty="0"/>
              <a:t>Node.js</a:t>
            </a:r>
          </a:p>
          <a:p>
            <a:r>
              <a:rPr lang="en-US" dirty="0"/>
              <a:t>Express.js</a:t>
            </a:r>
          </a:p>
          <a:p>
            <a:r>
              <a:rPr lang="en-IN" dirty="0"/>
              <a:t>REST API</a:t>
            </a:r>
            <a:endParaRPr lang="en-US" dirty="0"/>
          </a:p>
          <a:p>
            <a:r>
              <a:rPr lang="en-US" dirty="0"/>
              <a:t>Postgres</a:t>
            </a:r>
          </a:p>
          <a:p>
            <a:r>
              <a:rPr lang="en-IN" dirty="0"/>
              <a:t>Docker </a:t>
            </a:r>
          </a:p>
          <a:p>
            <a:r>
              <a:rPr lang="en-IN" dirty="0"/>
              <a:t>GraphQl</a:t>
            </a:r>
          </a:p>
          <a:p>
            <a:r>
              <a:rPr lang="en-IN" dirty="0"/>
              <a:t>Postman</a:t>
            </a:r>
          </a:p>
          <a:p>
            <a:r>
              <a:rPr lang="en-IN" dirty="0"/>
              <a:t>Git + GitHub</a:t>
            </a:r>
          </a:p>
          <a:p>
            <a:r>
              <a:rPr lang="en-IN" dirty="0"/>
              <a:t>Vercel</a:t>
            </a:r>
          </a:p>
        </p:txBody>
      </p:sp>
      <p:pic>
        <p:nvPicPr>
          <p:cNvPr id="4" name="Picture 3" descr="React (software) - Wikipedia">
            <a:extLst>
              <a:ext uri="{FF2B5EF4-FFF2-40B4-BE49-F238E27FC236}">
                <a16:creationId xmlns:a16="http://schemas.microsoft.com/office/drawing/2014/main" id="{BFF4DE82-CD58-ECE9-44B8-C5C474C40297}"/>
              </a:ext>
            </a:extLst>
          </p:cNvPr>
          <p:cNvPicPr>
            <a:picLocks noChangeAspect="1"/>
          </p:cNvPicPr>
          <p:nvPr/>
        </p:nvPicPr>
        <p:blipFill>
          <a:blip r:embed="rId2"/>
          <a:stretch>
            <a:fillRect/>
          </a:stretch>
        </p:blipFill>
        <p:spPr>
          <a:xfrm>
            <a:off x="7298267" y="1988715"/>
            <a:ext cx="3998850" cy="3945716"/>
          </a:xfrm>
          <a:prstGeom prst="rect">
            <a:avLst/>
          </a:prstGeom>
        </p:spPr>
      </p:pic>
    </p:spTree>
    <p:extLst>
      <p:ext uri="{BB962C8B-B14F-4D97-AF65-F5344CB8AC3E}">
        <p14:creationId xmlns:p14="http://schemas.microsoft.com/office/powerpoint/2010/main" val="2592476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F9B23-A90A-1919-2C1B-AB6B01AC785F}"/>
              </a:ext>
            </a:extLst>
          </p:cNvPr>
          <p:cNvSpPr>
            <a:spLocks noGrp="1"/>
          </p:cNvSpPr>
          <p:nvPr>
            <p:ph type="title"/>
          </p:nvPr>
        </p:nvSpPr>
        <p:spPr>
          <a:xfrm>
            <a:off x="2726268" y="405903"/>
            <a:ext cx="5486400" cy="859615"/>
          </a:xfrm>
        </p:spPr>
        <p:txBody>
          <a:bodyPr/>
          <a:lstStyle/>
          <a:p>
            <a:r>
              <a:rPr lang="en-IN" sz="4400" dirty="0"/>
              <a:t>Basic Working Flow</a:t>
            </a:r>
            <a:endParaRPr lang="en-IN" dirty="0"/>
          </a:p>
        </p:txBody>
      </p:sp>
      <p:sp>
        <p:nvSpPr>
          <p:cNvPr id="3" name="Content Placeholder 2">
            <a:extLst>
              <a:ext uri="{FF2B5EF4-FFF2-40B4-BE49-F238E27FC236}">
                <a16:creationId xmlns:a16="http://schemas.microsoft.com/office/drawing/2014/main" id="{3861E7AB-4A8E-9B62-E1F1-6CF654AB39A4}"/>
              </a:ext>
            </a:extLst>
          </p:cNvPr>
          <p:cNvSpPr>
            <a:spLocks noGrp="1"/>
          </p:cNvSpPr>
          <p:nvPr>
            <p:ph idx="1"/>
          </p:nvPr>
        </p:nvSpPr>
        <p:spPr>
          <a:xfrm>
            <a:off x="1069445" y="1265518"/>
            <a:ext cx="8946541" cy="4982881"/>
          </a:xfrm>
        </p:spPr>
        <p:txBody>
          <a:bodyPr/>
          <a:lstStyle/>
          <a:p>
            <a:endParaRPr lang="en-US" dirty="0"/>
          </a:p>
          <a:p>
            <a:r>
              <a:rPr lang="en-US" dirty="0"/>
              <a:t>First I will design nice frontend of my blogging website using react and bootstrap.</a:t>
            </a:r>
          </a:p>
          <a:p>
            <a:r>
              <a:rPr lang="en-US" dirty="0"/>
              <a:t>Then I will used JWT based </a:t>
            </a:r>
            <a:r>
              <a:rPr lang="en-IN" dirty="0"/>
              <a:t>authentication</a:t>
            </a:r>
            <a:r>
              <a:rPr lang="en-US" dirty="0"/>
              <a:t> for registration and sign up</a:t>
            </a:r>
          </a:p>
          <a:p>
            <a:r>
              <a:rPr lang="en-US" dirty="0"/>
              <a:t>Then I will make required databases and connect it with my </a:t>
            </a:r>
            <a:r>
              <a:rPr lang="en-IN" dirty="0"/>
              <a:t>Express.js server</a:t>
            </a:r>
            <a:endParaRPr lang="en-US" dirty="0"/>
          </a:p>
          <a:p>
            <a:r>
              <a:rPr lang="en-US" dirty="0"/>
              <a:t>I will work on </a:t>
            </a:r>
            <a:r>
              <a:rPr lang="en-IN" dirty="0"/>
              <a:t>Express.js</a:t>
            </a:r>
            <a:r>
              <a:rPr lang="en-US" dirty="0"/>
              <a:t> and node.js to make my server and add functionality in my website in easy way</a:t>
            </a:r>
          </a:p>
          <a:p>
            <a:r>
              <a:rPr lang="en-US" dirty="0"/>
              <a:t>After my website full ready I will deploy it on Vercel or my </a:t>
            </a:r>
            <a:r>
              <a:rPr lang="en-US" dirty="0" err="1"/>
              <a:t>aws</a:t>
            </a:r>
            <a:r>
              <a:rPr lang="en-US" dirty="0"/>
              <a:t> EC2 instance</a:t>
            </a:r>
            <a:endParaRPr lang="en-IN" dirty="0"/>
          </a:p>
        </p:txBody>
      </p:sp>
    </p:spTree>
    <p:extLst>
      <p:ext uri="{BB962C8B-B14F-4D97-AF65-F5344CB8AC3E}">
        <p14:creationId xmlns:p14="http://schemas.microsoft.com/office/powerpoint/2010/main" val="1079968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9FEAB-D111-EFD9-E0FC-CE2B9C2CE1E7}"/>
              </a:ext>
            </a:extLst>
          </p:cNvPr>
          <p:cNvSpPr>
            <a:spLocks noGrp="1"/>
          </p:cNvSpPr>
          <p:nvPr>
            <p:ph type="title"/>
          </p:nvPr>
        </p:nvSpPr>
        <p:spPr>
          <a:xfrm>
            <a:off x="2489200" y="1143000"/>
            <a:ext cx="7561634" cy="710248"/>
          </a:xfrm>
        </p:spPr>
        <p:txBody>
          <a:bodyPr/>
          <a:lstStyle/>
          <a:p>
            <a:r>
              <a:rPr lang="en-IN" sz="4400" dirty="0"/>
              <a:t>Expected Outcomes</a:t>
            </a:r>
            <a:endParaRPr lang="en-IN" dirty="0"/>
          </a:p>
        </p:txBody>
      </p:sp>
      <p:sp>
        <p:nvSpPr>
          <p:cNvPr id="3" name="Content Placeholder 2">
            <a:extLst>
              <a:ext uri="{FF2B5EF4-FFF2-40B4-BE49-F238E27FC236}">
                <a16:creationId xmlns:a16="http://schemas.microsoft.com/office/drawing/2014/main" id="{4C59E2AF-BE66-BCA2-0B7C-F4DC3F9EB989}"/>
              </a:ext>
            </a:extLst>
          </p:cNvPr>
          <p:cNvSpPr>
            <a:spLocks noGrp="1"/>
          </p:cNvSpPr>
          <p:nvPr>
            <p:ph idx="1"/>
          </p:nvPr>
        </p:nvSpPr>
        <p:spPr/>
        <p:txBody>
          <a:bodyPr/>
          <a:lstStyle/>
          <a:p>
            <a:r>
              <a:rPr lang="en-US" dirty="0"/>
              <a:t>Develop a fully functional blogging platform that was uses RBAC to manage users and their roles</a:t>
            </a:r>
          </a:p>
          <a:p>
            <a:r>
              <a:rPr lang="en-US" dirty="0"/>
              <a:t>Implementing JWT based authentication</a:t>
            </a:r>
          </a:p>
          <a:p>
            <a:r>
              <a:rPr lang="en-US" dirty="0"/>
              <a:t>Build and integrate Rest API using nodell.js Express.js for blog and content management</a:t>
            </a:r>
          </a:p>
          <a:p>
            <a:r>
              <a:rPr lang="en-US" dirty="0"/>
              <a:t>Gain practical understanding of Express.js node.js and GraphQl</a:t>
            </a:r>
          </a:p>
          <a:p>
            <a:r>
              <a:rPr lang="en-US" dirty="0"/>
              <a:t>Successfully deploy application so it can be deployed online</a:t>
            </a:r>
          </a:p>
        </p:txBody>
      </p:sp>
    </p:spTree>
    <p:extLst>
      <p:ext uri="{BB962C8B-B14F-4D97-AF65-F5344CB8AC3E}">
        <p14:creationId xmlns:p14="http://schemas.microsoft.com/office/powerpoint/2010/main" val="142996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8C34E-6AB0-E726-CCDF-2494AE76DCBF}"/>
              </a:ext>
            </a:extLst>
          </p:cNvPr>
          <p:cNvSpPr>
            <a:spLocks noGrp="1"/>
          </p:cNvSpPr>
          <p:nvPr>
            <p:ph idx="1"/>
          </p:nvPr>
        </p:nvSpPr>
        <p:spPr>
          <a:xfrm>
            <a:off x="3279246" y="2740959"/>
            <a:ext cx="4992688" cy="1376082"/>
          </a:xfrm>
        </p:spPr>
        <p:txBody>
          <a:bodyPr>
            <a:normAutofit/>
          </a:bodyPr>
          <a:lstStyle/>
          <a:p>
            <a:pPr marL="0" indent="0">
              <a:buNone/>
            </a:pPr>
            <a:r>
              <a:rPr lang="en-US" sz="7200" dirty="0"/>
              <a:t>Thank You</a:t>
            </a:r>
            <a:endParaRPr lang="en-IN" sz="7200" dirty="0"/>
          </a:p>
        </p:txBody>
      </p:sp>
    </p:spTree>
    <p:extLst>
      <p:ext uri="{BB962C8B-B14F-4D97-AF65-F5344CB8AC3E}">
        <p14:creationId xmlns:p14="http://schemas.microsoft.com/office/powerpoint/2010/main" val="38854943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74</TotalTime>
  <Words>496</Words>
  <Application>Microsoft Office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Algerian</vt:lpstr>
      <vt:lpstr>Arial</vt:lpstr>
      <vt:lpstr>Arial Rounded MT Bold</vt:lpstr>
      <vt:lpstr>Century Gothic</vt:lpstr>
      <vt:lpstr>Wingdings 3</vt:lpstr>
      <vt:lpstr>Ion</vt:lpstr>
      <vt:lpstr>InfoBlog — RESTful Blog Management API              </vt:lpstr>
      <vt:lpstr>Problem Statement</vt:lpstr>
      <vt:lpstr>Why this Topic?</vt:lpstr>
      <vt:lpstr>Proposed Solution </vt:lpstr>
      <vt:lpstr>Main Features/ Modules </vt:lpstr>
      <vt:lpstr>Proposed Technology Stack</vt:lpstr>
      <vt:lpstr>Basic Working Flow</vt:lpstr>
      <vt:lpstr>Expected Outcomes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Ayush karn</dc:creator>
  <cp:lastModifiedBy>Ayush karn</cp:lastModifiedBy>
  <cp:revision>1</cp:revision>
  <dcterms:created xsi:type="dcterms:W3CDTF">2026-10-04T08:21:23Z</dcterms:created>
  <dcterms:modified xsi:type="dcterms:W3CDTF">2026-10-04T09:35:23Z</dcterms:modified>
</cp:coreProperties>
</file>